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97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Comparing Logistic Regression and K-Nearest Neighbors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962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will explore two common classification algorithms, Logistic Regression and K-Nearest Neighbors. We'll delve into their working mechanisms, compare their strengths and weaknesses, and discuss their real-world applications.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199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60275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6003012"/>
            <a:ext cx="215169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richa sharma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5179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Classification Algorithms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9732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Classification?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a categorical outcome based on input features. For instance, predicting whether a customer will purchase a product based on their demographics and browsing history.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 of Algorithms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are many classification algorithms, each with its own strengths and weaknesses. We'll focus on two: Logistic Regression and K-Nearest Neighbors.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95551"/>
            <a:ext cx="8464034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50" b="1" spc="-1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Regression: How it Works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655" y="1705570"/>
            <a:ext cx="2163842" cy="1940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2164" y="2717959"/>
            <a:ext cx="108585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335072" y="2268617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Linear Model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335072" y="2736890"/>
            <a:ext cx="723828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spc="-3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line or plane that separates data points into different categories.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172551" y="3658195"/>
            <a:ext cx="8645723" cy="15240"/>
          </a:xfrm>
          <a:prstGeom prst="roundRect">
            <a:avLst>
              <a:gd name="adj" fmla="val 596928"/>
            </a:avLst>
          </a:prstGeom>
          <a:solidFill>
            <a:srgbClr val="C0C1D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34" y="3700463"/>
            <a:ext cx="4327684" cy="19408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55375" y="4454247"/>
            <a:ext cx="162401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416993" y="4090273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Sigmoid Function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416993" y="4558546"/>
            <a:ext cx="723876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spc="-3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the linear output to probabilities between 0 and 1, representing the likelihood of belonging to a class.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54472" y="5653088"/>
            <a:ext cx="7563803" cy="15240"/>
          </a:xfrm>
          <a:prstGeom prst="roundRect">
            <a:avLst>
              <a:gd name="adj" fmla="val 596928"/>
            </a:avLst>
          </a:prstGeom>
          <a:solidFill>
            <a:srgbClr val="C0C1D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13" y="5695355"/>
            <a:ext cx="6491526" cy="19408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53232" y="6449139"/>
            <a:ext cx="166688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498913" y="5911929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Threshold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7498913" y="6380202"/>
            <a:ext cx="615684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spc="-3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cut-off point on the probability scale, where values above the threshold are classified into one category, and below into the other.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b="1" spc="-13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K-Nearest Neighbors: Intuition and Implementation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4502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6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Distance Metric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74502" y="3578066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the distance between a new point and all existing points in the dataset.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78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6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 Neighbors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737854" y="3578066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the 'k' nearest points to the new point, based on the distance metric.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4502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spc="-6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Majority Voting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74502" y="6556891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point is classified based on the majority class among its 'k' nearest neighbors.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562808"/>
            <a:ext cx="7713821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spc="-1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Comparing Performance Metrics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5089" y="2248257"/>
            <a:ext cx="3703677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spc="-15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0.85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1289923" y="3177778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spc="-6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5089" y="3619500"/>
            <a:ext cx="3703677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proportion of correctly classified instances.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25233" y="2248257"/>
            <a:ext cx="3703677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spc="-15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0.92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5300067" y="3177778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spc="-6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25233" y="3619500"/>
            <a:ext cx="3703677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proportion of true positive predictions out of all positive predictions.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5089" y="5315069"/>
            <a:ext cx="3703677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spc="-15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</a:t>
            </a:r>
            <a:endParaRPr lang="en-US" sz="5300" dirty="0"/>
          </a:p>
        </p:txBody>
      </p:sp>
      <p:sp>
        <p:nvSpPr>
          <p:cNvPr id="11" name="Text 8"/>
          <p:cNvSpPr/>
          <p:nvPr/>
        </p:nvSpPr>
        <p:spPr>
          <a:xfrm>
            <a:off x="1289923" y="6244590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spc="-6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5089" y="6686312"/>
            <a:ext cx="3703677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proportion of true positive predictions out of all actual positive instances.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25233" y="5315069"/>
            <a:ext cx="3703677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spc="-15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0.84</a:t>
            </a:r>
            <a:endParaRPr lang="en-US" sz="5300" dirty="0"/>
          </a:p>
        </p:txBody>
      </p:sp>
      <p:sp>
        <p:nvSpPr>
          <p:cNvPr id="14" name="Text 11"/>
          <p:cNvSpPr/>
          <p:nvPr/>
        </p:nvSpPr>
        <p:spPr>
          <a:xfrm>
            <a:off x="5300067" y="6244590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spc="-6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F1-Score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25233" y="6686312"/>
            <a:ext cx="3703677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harmonic mean of precision and recall, balancing both metrics.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202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and Disadvantages of Each Algorithm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86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677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model, good for high-dimensional data, can be used for probability prediction.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3975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linear separation of data, sensitive to outliers, can overfit on small datasets.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86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K-Nearest Neighbors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677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to understand and implement, can handle non-linear data, flexible choice of distance metric.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3975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to noisy data, computationally expensive for large datasets, requires careful choice of 'k' value.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Use Cases and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32259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Healthcare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prediction, patient risk assessment, medical image analysis.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32259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5711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detection, credit risk assessment, customer segmentation.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churn prediction, targeted advertising, campaign optimization.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Media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analysis, spam detection, content recommendation.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6999" y="3208973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choice of algorithm depends on the specific problem and data characteristics.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4981" y="3208973"/>
            <a:ext cx="2040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Carefully evaluate model performance using appropriate metrics and validation techniques.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0566" y="5987296"/>
            <a:ext cx="2094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2285"/>
            <a:ext cx="3167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algorithms play a crucial role in solving diverse challenges across various industries.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2024-12-19T10:52:46Z</dcterms:created>
  <dcterms:modified xsi:type="dcterms:W3CDTF">2024-12-19T10:52:46Z</dcterms:modified>
</cp:coreProperties>
</file>